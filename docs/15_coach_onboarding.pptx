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weekly sheet, digitized. Nothing about the coaching changes — same sheet, same Sunday rhythm. One thing gets better: you see pain and questions the day they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tonight: 7 athletes already logging this week, 150+ miles, and one real pain flag (a tight calf) that surfaced the same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coach emails (hfb5af, ndt4ve) are on the allowlist, so signing up automatically gives coach access. Do it in the meeting — takes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replaces flipping through 30 paper sheets. Orange means pain, always and only. The little letters are the run type; plain numbers are ordinary training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strip is the killer feature. The Wischusen calf example on this slide is real — it happened this week and was visible the same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this week for having two coaches: separate, attributed week comments. Day-level red pen (the check + one-liner) is shared — one red pen per day, like the paper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is the format — fill in the same words you'd write on paper. The preview step means nothing posts sight-unseen.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ask is small — post Mondays, glance daily, red-pen Sundays. Everything else is William's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Hoos</a:t>
            </a:r>
            <a:pPr indent="0" marL="0">
              <a:buNone/>
            </a:pPr>
            <a:r>
              <a:rPr lang="en-US" sz="72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50392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team's training sheet — now same-day.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guide  ·  UVA XC / Track distance  ·  August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" y="5577840"/>
            <a:ext cx="5669280" cy="502920"/>
          </a:xfrm>
          <a:prstGeom prst="roundRect">
            <a:avLst>
              <a:gd name="adj" fmla="val 49091"/>
            </a:avLst>
          </a:prstGeom>
          <a:solidFill>
            <a:srgbClr val="2E3A5E"/>
          </a:solidFill>
          <a:ln w="12700">
            <a:solidFill>
              <a:srgbClr val="3D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577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hooslog-william-s-projects-aaa81194.vercel.app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sheet. Same Sunday. One change.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paper sheet, digitized.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71907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post the week's plan; athletes log distance, effort, and notes each day; you red-pen it on Sunday.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700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about the coaching changes.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columns, same weekly rhythm, same red pen — just no paper shuffling or Sunday hand-ins.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078224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684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gets much better.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3159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pain flag or a question reaches you the same day it happens. On paper, that's a five-day blind spot.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232D4B"/>
          </a:solidFill>
          <a:ln w="12700">
            <a:solidFill>
              <a:srgbClr val="232D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running — this week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2148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686800" y="2313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teammates signed up and logging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3108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686800" y="32735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in the log since Monday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4069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686800" y="4233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flag already caught same-day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5120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hooslog-william-s-projects-aaa81194.vercel.app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 — about 60 seconds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" cy="475488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444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79222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browser, phone or laptop: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hooslog-william-s-projects-aaa81194.vercel.app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475488" cy="475488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327355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your UVA email, and a password. Your emails are pre-authorized as coaches — nobody else can claim them.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25696"/>
            <a:ext cx="475488" cy="475488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25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land on the team grid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No app store, no invitation email. On your phone: share menu → Add to Home Screen and it behaves like an app.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325880"/>
            <a:ext cx="4480560" cy="484632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Hoos</a:t>
            </a:r>
            <a:pPr indent="0" marL="0">
              <a:buNone/>
            </a:pPr>
            <a:r>
              <a:rPr lang="en-US" sz="26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948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2862072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C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862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Trevor Dunbar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69480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email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37033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C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hfb5af@virginia.edu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69480" y="4288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69480" y="4544568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C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4544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517550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232D4B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51755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grid — the whole week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1371600"/>
            <a:ext cx="1051560" cy="3474720"/>
          </a:xfrm>
          <a:prstGeom prst="rect">
            <a:avLst/>
          </a:prstGeom>
          <a:solidFill>
            <a:srgbClr val="FBE8D8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122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2396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6696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1810512"/>
            <a:ext cx="10607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Brenden McMahon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pPr algn="ct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66960" y="1938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 / 55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2350008"/>
            <a:ext cx="10607040" cy="0"/>
          </a:xfrm>
          <a:prstGeom prst="line">
            <a:avLst/>
          </a:prstGeom>
          <a:noFill/>
          <a:ln w="9525">
            <a:solidFill>
              <a:srgbClr val="EFF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395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Gray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8892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947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2395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 / 50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2807208"/>
            <a:ext cx="10607040" cy="0"/>
          </a:xfrm>
          <a:prstGeom prst="line">
            <a:avLst/>
          </a:prstGeom>
          <a:noFill/>
          <a:ln w="9525">
            <a:solidFill>
              <a:srgbClr val="EFF1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Jimmy Wischusen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88920" y="2852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94760" y="2852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2852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06440" y="2852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2852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 / 45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77240" y="3264408"/>
            <a:ext cx="10607040" cy="0"/>
          </a:xfrm>
          <a:prstGeom prst="line">
            <a:avLst/>
          </a:prstGeom>
          <a:noFill/>
          <a:ln w="9525">
            <a:solidFill>
              <a:srgbClr val="EFF1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Aidan Cox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88920" y="3310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94760" y="3310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3310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06440" y="3310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66960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 / 50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7240" y="3721608"/>
            <a:ext cx="10607040" cy="0"/>
          </a:xfrm>
          <a:prstGeom prst="line">
            <a:avLst/>
          </a:prstGeom>
          <a:noFill/>
          <a:ln w="9525">
            <a:solidFill>
              <a:srgbClr val="EFF1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column is highlighted. Blank days are still ahead.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pPr indent="0" marL="0">
              <a:buNone/>
            </a:pPr>
            <a:r>
              <a:rPr lang="en-US" sz="1200" b="1" baseline="30000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1200" b="1" baseline="30000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buNone/>
            </a:pPr>
            <a:r>
              <a:rPr lang="en-US" sz="1200" b="1" baseline="30000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workout / long / medium long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926080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· XT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off day / cross-train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46320" y="5074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pain flag — go look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5074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question for you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38160" y="5074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day passed, not logged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104120" y="5074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today, not in yet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athlete, one column per day. Every save an athlete makes shows up here instantly — there's no submit step.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and questions come to you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FBE8D8"/>
          </a:solidFill>
          <a:ln w="12700">
            <a:solidFill>
              <a:srgbClr val="F0C9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pain flag · 1 question this week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Jimmy Wischusen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Tue — pain: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“right calf tight after mile 6”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042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Gray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Wed — question: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“flats or spikes for Saturday?”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E6F4EA"/>
          </a:solidFill>
          <a:ln w="12700">
            <a:solidFill>
              <a:srgbClr val="BFE3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2 flagged items this week handled — nothing waiting.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15384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05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above the grid. 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pain flag and question from the week, newest first, pain before questions. Click a name to jump to that athlete's week.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928616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1888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clears itself. 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check off or comment that athlete's day, the item retires to a green all-clear. If the athlete edits the day again, it comes back.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641848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5321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is the whole point. 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athlete flags pain at 4pm practice — it's on this strip before dinner, not next Sunday.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 pen — days and weeks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8/19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Plan: 4 × mile @ threshold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 </a:t>
            </a:r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 mi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Workout · 5:12 pace · RPE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846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42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2542032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9C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542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pop on the last rep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54203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32D4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day off, drop a one-liner, or both.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athlete sees it the same 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COMMENTS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1828800"/>
            <a:ext cx="4800600" cy="713232"/>
          </a:xfrm>
          <a:prstGeom prst="roundRect">
            <a:avLst>
              <a:gd name="adj" fmla="val 11538"/>
            </a:avLst>
          </a:prstGeom>
          <a:solidFill>
            <a:srgbClr val="EAEDF4"/>
          </a:solidFill>
          <a:ln w="12700">
            <a:solidFill>
              <a:srgbClr val="EAE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8836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TREVOR DUNBAR
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week. Keep the easy days honest.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688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944368"/>
            <a:ext cx="4800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C9C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29443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you'd write at the bottom of the sheet…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657600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C9C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657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comment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3657600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232D4B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3657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week reviewed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64024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65429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each have your own week comment. 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Dunbar's and Coach Bradley's boxes are separate — you see each other's, you can never overwrite each other's, and the athlete reads both with your names on them.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605272"/>
            <a:ext cx="146304" cy="146304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4955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 week reviewed” is shared. 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team's to-do state — either of you marking a week done clears it off the review count for both.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the week — Monday, two minutes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" cy="475488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4447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template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792224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in the portal (“Post a week”). It's the weekly sheet as a spreadsheet: Monday's date, seven day rows, and a mileage-goal column.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475488" cy="475488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8895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it in like the paper sheet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3236976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text per day, weekly mileage goal per athlete. Same words you'd write by hand.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475488" cy="475488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43342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it in, check the preview, post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4681728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exactly what will land before anything posts. Every athlete instantly gets the plan and their own goal.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1371600"/>
            <a:ext cx="41148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of Aug 24 – 30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 </a:t>
            </a:r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 TR + strides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267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 </a:t>
            </a:r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mile @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5968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 </a:t>
            </a:r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6–8 mi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926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 </a:t>
            </a:r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long 10 mi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209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3529584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66674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goals matched
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not signed up yet — plan still posts;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re-upload once they're 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5029200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232D4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50292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this week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missing from the file, or not signed up yet? The rest of the week posts anyway — nothing gets held hostage, and it tells you exactly who was skipped.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rhythm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2E3A5E"/>
          </a:solidFill>
          <a:ln w="12700">
            <a:solidFill>
              <a:srgbClr val="3D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the week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in, plan and goals out to everyone. Two minutes.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146304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2E3A5E"/>
          </a:solidFill>
          <a:ln w="12700">
            <a:solidFill>
              <a:srgbClr val="3D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3712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 at the grid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53712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flags and questions find you the same day — the strip on top does the watching.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0144" y="146304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2E3A5E"/>
          </a:solidFill>
          <a:ln w="12700">
            <a:solidFill>
              <a:srgbClr val="3D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84464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 pen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84464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days, drop comments, leave your week comment, mark each athlete reviewed.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want changed, ask William.  </a:t>
            </a:r>
            <a:pPr indent="0" marL="0">
              <a:buNone/>
            </a:pPr>
            <a:r>
              <a:rPr lang="en-US" sz="1500" dirty="0">
                <a:solidFill>
                  <a:srgbClr val="B8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built it, he ships fixes daily — the sheet bends to how you coach, not the other way around.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5669280" cy="502920"/>
          </a:xfrm>
          <a:prstGeom prst="roundRect">
            <a:avLst>
              <a:gd name="adj" fmla="val 49091"/>
            </a:avLst>
          </a:prstGeom>
          <a:solidFill>
            <a:srgbClr val="2E3A5E"/>
          </a:solidFill>
          <a:ln w="12700">
            <a:solidFill>
              <a:srgbClr val="3D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5486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hooslog-william-s-projects-aaa81194.vercel.app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586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2026-08-21T17:52:13Z</dcterms:created>
  <dcterms:modified xsi:type="dcterms:W3CDTF">2026-08-21T17:52:13Z</dcterms:modified>
</cp:coreProperties>
</file>